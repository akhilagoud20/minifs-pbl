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8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306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miniFS, a mini file system simulator built in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user commands drive core functions that operate on an in-memory file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initFS marks every slot free before any file operation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operations: create, write, read, delete,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Creation walks the table for a free slot and registers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only updates the data buffer of the matched slot.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matches the name and prints the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is non-destructive.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operation behaved as expected during the demo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2E1A54"/>
          </a:solidFill>
          <a:ln w="12700">
            <a:solidFill>
              <a:srgbClr val="2E1A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1417320"/>
            <a:ext cx="841248" cy="566928"/>
          </a:xfrm>
          <a:prstGeom prst="roundRect">
            <a:avLst>
              <a:gd name="adj" fmla="val 9677"/>
            </a:avLst>
          </a:prstGeom>
          <a:solidFill>
            <a:srgbClr val="7C3AED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4792" y="1417320"/>
            <a:ext cx="841248" cy="566928"/>
          </a:xfrm>
          <a:prstGeom prst="roundRect">
            <a:avLst>
              <a:gd name="adj" fmla="val 9677"/>
            </a:avLst>
          </a:prstGeom>
          <a:solidFill>
            <a:srgbClr val="C026D3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52344" y="1417320"/>
            <a:ext cx="841248" cy="566928"/>
          </a:xfrm>
          <a:prstGeom prst="roundRect">
            <a:avLst>
              <a:gd name="adj" fmla="val 9677"/>
            </a:avLst>
          </a:prstGeom>
          <a:solidFill>
            <a:srgbClr val="5B21B6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67128"/>
            <a:ext cx="841248" cy="566928"/>
          </a:xfrm>
          <a:prstGeom prst="roundRect">
            <a:avLst>
              <a:gd name="adj" fmla="val 9677"/>
            </a:avLst>
          </a:prstGeom>
          <a:solidFill>
            <a:srgbClr val="C026D3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64792" y="2167128"/>
            <a:ext cx="841248" cy="566928"/>
          </a:xfrm>
          <a:prstGeom prst="roundRect">
            <a:avLst>
              <a:gd name="adj" fmla="val 9677"/>
            </a:avLst>
          </a:prstGeom>
          <a:solidFill>
            <a:srgbClr val="5B21B6">
              <a:alpha val="87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52344" y="2167128"/>
            <a:ext cx="841248" cy="566928"/>
          </a:xfrm>
          <a:prstGeom prst="roundRect">
            <a:avLst>
              <a:gd name="adj" fmla="val 9677"/>
            </a:avLst>
          </a:prstGeom>
          <a:solidFill>
            <a:srgbClr val="A855F7">
              <a:alpha val="8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16936"/>
            <a:ext cx="841248" cy="566928"/>
          </a:xfrm>
          <a:prstGeom prst="roundRect">
            <a:avLst>
              <a:gd name="adj" fmla="val 9677"/>
            </a:avLst>
          </a:prstGeom>
          <a:solidFill>
            <a:srgbClr val="5B21B6">
              <a:alpha val="84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64792" y="2916936"/>
            <a:ext cx="841248" cy="566928"/>
          </a:xfrm>
          <a:prstGeom prst="roundRect">
            <a:avLst>
              <a:gd name="adj" fmla="val 9677"/>
            </a:avLst>
          </a:prstGeom>
          <a:solidFill>
            <a:srgbClr val="A855F7">
              <a:alpha val="79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52344" y="2916936"/>
            <a:ext cx="841248" cy="566928"/>
          </a:xfrm>
          <a:prstGeom prst="roundRect">
            <a:avLst>
              <a:gd name="adj" fmla="val 9677"/>
            </a:avLst>
          </a:prstGeom>
          <a:solidFill>
            <a:srgbClr val="7C3AED">
              <a:alpha val="74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666744"/>
            <a:ext cx="841248" cy="566928"/>
          </a:xfrm>
          <a:prstGeom prst="roundRect">
            <a:avLst>
              <a:gd name="adj" fmla="val 9677"/>
            </a:avLst>
          </a:prstGeom>
          <a:solidFill>
            <a:srgbClr val="A855F7">
              <a:alpha val="76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3666744"/>
            <a:ext cx="841248" cy="566928"/>
          </a:xfrm>
          <a:prstGeom prst="roundRect">
            <a:avLst>
              <a:gd name="adj" fmla="val 9677"/>
            </a:avLst>
          </a:prstGeom>
          <a:solidFill>
            <a:srgbClr val="7C3AED">
              <a:alpha val="71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52344" y="3666744"/>
            <a:ext cx="841248" cy="566928"/>
          </a:xfrm>
          <a:prstGeom prst="roundRect">
            <a:avLst>
              <a:gd name="adj" fmla="val 9677"/>
            </a:avLst>
          </a:prstGeom>
          <a:solidFill>
            <a:srgbClr val="C026D3">
              <a:alpha val="66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416552"/>
            <a:ext cx="841248" cy="566928"/>
          </a:xfrm>
          <a:prstGeom prst="roundRect">
            <a:avLst>
              <a:gd name="adj" fmla="val 9677"/>
            </a:avLst>
          </a:prstGeom>
          <a:solidFill>
            <a:srgbClr val="7C3AED">
              <a:alpha val="6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64792" y="4416552"/>
            <a:ext cx="841248" cy="566928"/>
          </a:xfrm>
          <a:prstGeom prst="roundRect">
            <a:avLst>
              <a:gd name="adj" fmla="val 9677"/>
            </a:avLst>
          </a:prstGeom>
          <a:solidFill>
            <a:srgbClr val="C026D3">
              <a:alpha val="63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52344" y="4416552"/>
            <a:ext cx="841248" cy="566928"/>
          </a:xfrm>
          <a:prstGeom prst="roundRect">
            <a:avLst>
              <a:gd name="adj" fmla="val 9677"/>
            </a:avLst>
          </a:prstGeom>
          <a:solidFill>
            <a:srgbClr val="5B21B6">
              <a:alpha val="5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685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D0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miniFS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11430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 err="1">
                <a:solidFill>
                  <a:srgbClr val="E04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MiniFS</a:t>
            </a:r>
            <a:endParaRPr lang="en-US" sz="50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20299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File System Simulator in C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243230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Write, Read, Delete and List Files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312724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983480" y="3520440"/>
            <a:ext cx="6035040" cy="1508760"/>
          </a:xfrm>
          <a:prstGeom prst="roundRect">
            <a:avLst>
              <a:gd name="adj" fmla="val 3636"/>
            </a:avLst>
          </a:prstGeom>
          <a:solidFill>
            <a:srgbClr val="F6EFFE"/>
          </a:solidFill>
          <a:ln w="12700">
            <a:solidFill>
              <a:srgbClr val="EDE4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57800" y="370332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lang="en-US" sz="13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2510030272-Sharanya</a:t>
            </a:r>
          </a:p>
          <a:p>
            <a:pPr>
              <a:spcAft>
                <a:spcPts val="700"/>
              </a:spcAft>
              <a:buSzPct val="100000"/>
            </a:pPr>
            <a:r>
              <a:rPr lang="en-US" sz="13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2510030277-Akhila</a:t>
            </a:r>
          </a:p>
          <a:p>
            <a:pPr>
              <a:spcAft>
                <a:spcPts val="700"/>
              </a:spcAft>
              <a:buSzPct val="100000"/>
            </a:pPr>
            <a:r>
              <a:rPr lang="en-US" sz="13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2510030283-Nandini</a:t>
            </a:r>
          </a:p>
          <a:p>
            <a:pPr>
              <a:spcAft>
                <a:spcPts val="700"/>
              </a:spcAft>
              <a:buSzPct val="100000"/>
            </a:pPr>
            <a:r>
              <a:rPr lang="en-US" sz="13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2510030286-Akshara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4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0634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miniFS keeps a file table in memory and performs all operations on it through simple C functions.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120640" cy="713232"/>
          </a:xfrm>
          <a:prstGeom prst="chevron">
            <a:avLst/>
          </a:prstGeom>
          <a:solidFill>
            <a:srgbClr val="4C1D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57276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Commands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505456"/>
            <a:ext cx="5120640" cy="713232"/>
          </a:xfrm>
          <a:prstGeom prst="chevron">
            <a:avLst/>
          </a:prstGeom>
          <a:solidFill>
            <a:srgbClr val="6D2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9848" y="2505456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miniFS Core Functions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438144"/>
            <a:ext cx="5120640" cy="713232"/>
          </a:xfrm>
          <a:prstGeom prst="chevron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9848" y="343814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Table (struct array)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4370832"/>
            <a:ext cx="5120640" cy="713232"/>
          </a:xfrm>
          <a:prstGeom prst="chevron">
            <a:avLst/>
          </a:prstGeom>
          <a:solidFill>
            <a:srgbClr val="9F67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437083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File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544068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EDE4FB"/>
          </a:solidFill>
          <a:ln w="12700">
            <a:solidFill>
              <a:srgbClr val="D8C7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5595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in both directions — commands travel down and stored file contents travel back up.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15727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4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89320" y="1965960"/>
            <a:ext cx="5696712" cy="3337560"/>
          </a:xfrm>
          <a:prstGeom prst="roundRect">
            <a:avLst>
              <a:gd name="adj" fmla="val 1644"/>
            </a:avLst>
          </a:prstGeom>
          <a:solidFill>
            <a:srgbClr val="F6EFFE"/>
          </a:solidFill>
          <a:ln w="12700">
            <a:solidFill>
              <a:srgbClr val="EDE4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185416"/>
            <a:ext cx="201168" cy="201168"/>
          </a:xfrm>
          <a:prstGeom prst="ellipse">
            <a:avLst/>
          </a:prstGeom>
          <a:solidFill>
            <a:srgbClr val="E0407F"/>
          </a:solidFill>
          <a:ln w="12700">
            <a:solidFill>
              <a:srgbClr val="E0407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21305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Commands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3865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chooses an operation from the miniFS menu.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2962656"/>
            <a:ext cx="201168" cy="201168"/>
          </a:xfrm>
          <a:prstGeom prst="ellipse">
            <a:avLst/>
          </a:prstGeom>
          <a:solidFill>
            <a:srgbClr val="E0407F"/>
          </a:solidFill>
          <a:ln w="12700">
            <a:solidFill>
              <a:srgbClr val="E0407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29077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miniFS Core Functions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1638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createFile(), writeFile(), readFile(), deleteFile(), listFiles().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3739896"/>
            <a:ext cx="201168" cy="201168"/>
          </a:xfrm>
          <a:prstGeom prst="ellipse">
            <a:avLst/>
          </a:prstGeom>
          <a:solidFill>
            <a:srgbClr val="E0407F"/>
          </a:solidFill>
          <a:ln w="12700">
            <a:solidFill>
              <a:srgbClr val="E0407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6850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Table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941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struct File records acts as the storage medium.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4517136"/>
            <a:ext cx="201168" cy="201168"/>
          </a:xfrm>
          <a:prstGeom prst="ellipse">
            <a:avLst/>
          </a:prstGeom>
          <a:solidFill>
            <a:srgbClr val="E0407F"/>
          </a:solidFill>
          <a:ln w="12700">
            <a:solidFill>
              <a:srgbClr val="E0407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7960" y="44622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File Data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47183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holds a name, a data buffer and a used flag.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4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the File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0634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table is defined as a structure array and every slot is marked free during initialisation.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initFS() — Code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760720" cy="4160520"/>
          </a:xfrm>
          <a:prstGeom prst="roundRect">
            <a:avLst>
              <a:gd name="adj" fmla="val 1758"/>
            </a:avLst>
          </a:prstGeom>
          <a:solidFill>
            <a:srgbClr val="241B3A"/>
          </a:solidFill>
          <a:ln w="12700">
            <a:solidFill>
              <a:srgbClr val="241B3A"/>
            </a:solidFill>
            <a:prstDash val="solid"/>
          </a:ln>
          <a:effectLst>
            <a:outerShdw blurRad="127000" dist="25400" dir="5400000" algn="bl" rotWithShape="0">
              <a:srgbClr val="7C3AED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67512" y="1956816"/>
            <a:ext cx="543153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&lt;string.h&gt;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MAX_FILES 10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MAX_SIZE  200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File {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name[20];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data[MAX_SIZE];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 used;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File fs[MAX_FILES];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initFS()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MAX_FILES; i++)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fs[i].used = 0;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printf("miniFS initialized\n");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629400" y="14813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29400" y="1819656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828800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File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066544"/>
            <a:ext cx="461772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file name, its data and a used flag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29400" y="2649931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264993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659075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MAX_FILES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896819"/>
            <a:ext cx="461772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miniFS supports up to 10 files at a time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29400" y="3480206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34802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489350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MAX_SIZE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727094"/>
            <a:ext cx="461772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can store up to 200 characters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4310482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43104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319626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Slots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557370"/>
            <a:ext cx="461772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= 0 marks an empty slot in the file table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629400" y="5140757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514075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5149901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Storage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5387645"/>
            <a:ext cx="461772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acts as the simulated disk of miniFS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4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Operations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0634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functions power every file operation supported by miniFS.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6EFFE"/>
          </a:solidFill>
          <a:ln w="12700">
            <a:solidFill>
              <a:srgbClr val="EDE4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9384"/>
            <a:ext cx="329184" cy="3291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19110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createFile()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423160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a free slot and stores the new file name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" y="3017520"/>
            <a:ext cx="3099816" cy="384048"/>
          </a:xfrm>
          <a:prstGeom prst="roundRect">
            <a:avLst>
              <a:gd name="adj" fmla="val 11905"/>
            </a:avLst>
          </a:prstGeom>
          <a:solidFill>
            <a:srgbClr val="241B3A"/>
          </a:solidFill>
          <a:ln w="12700">
            <a:solidFill>
              <a:srgbClr val="241B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0175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createFile("notes.txt");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4256" y="169164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6EFFE"/>
          </a:solidFill>
          <a:ln w="12700">
            <a:solidFill>
              <a:srgbClr val="EDE4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2856" y="1929384"/>
            <a:ext cx="329184" cy="3291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62856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992624" y="19110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writeFile()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2423160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user data into the file's data buffer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90288" y="3017520"/>
            <a:ext cx="3099816" cy="384048"/>
          </a:xfrm>
          <a:prstGeom prst="roundRect">
            <a:avLst>
              <a:gd name="adj" fmla="val 11905"/>
            </a:avLst>
          </a:prstGeom>
          <a:solidFill>
            <a:srgbClr val="241B3A"/>
          </a:solidFill>
          <a:ln w="12700">
            <a:solidFill>
              <a:srgbClr val="241B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0016" y="30175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writeFile("notes.txt", text);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65592" y="169164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6EFFE"/>
          </a:solidFill>
          <a:ln w="12700">
            <a:solidFill>
              <a:srgbClr val="EDE4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4192" y="1929384"/>
            <a:ext cx="329184" cy="3291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94192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19110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readFile()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21624" y="2423160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and displays the contents of a file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21624" y="3017520"/>
            <a:ext cx="3099816" cy="384048"/>
          </a:xfrm>
          <a:prstGeom prst="roundRect">
            <a:avLst>
              <a:gd name="adj" fmla="val 11905"/>
            </a:avLst>
          </a:prstGeom>
          <a:solidFill>
            <a:srgbClr val="241B3A"/>
          </a:solidFill>
          <a:ln w="12700">
            <a:solidFill>
              <a:srgbClr val="241B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31352" y="30175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readFile("notes.txt");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8862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6EFFE"/>
          </a:solidFill>
          <a:ln w="12700">
            <a:solidFill>
              <a:srgbClr val="EDE4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123944"/>
            <a:ext cx="329184" cy="3291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41056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deleteFile()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4617720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the slot by resetting the used flag to 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58952" y="5212080"/>
            <a:ext cx="3099816" cy="384048"/>
          </a:xfrm>
          <a:prstGeom prst="roundRect">
            <a:avLst>
              <a:gd name="adj" fmla="val 11905"/>
            </a:avLst>
          </a:prstGeom>
          <a:solidFill>
            <a:srgbClr val="241B3A"/>
          </a:solidFill>
          <a:ln w="12700">
            <a:solidFill>
              <a:srgbClr val="241B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5212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deleteFile("notes.txt");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34256" y="38862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6EFFE"/>
          </a:solidFill>
          <a:ln w="12700">
            <a:solidFill>
              <a:srgbClr val="EDE4F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62856" y="4123944"/>
            <a:ext cx="329184" cy="3291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62856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992624" y="41056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listFiles()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590288" y="4617720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every active file with its size in bytes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90288" y="5212080"/>
            <a:ext cx="3099816" cy="384048"/>
          </a:xfrm>
          <a:prstGeom prst="roundRect">
            <a:avLst>
              <a:gd name="adj" fmla="val 11905"/>
            </a:avLst>
          </a:prstGeom>
          <a:solidFill>
            <a:srgbClr val="241B3A"/>
          </a:solidFill>
          <a:ln w="12700">
            <a:solidFill>
              <a:srgbClr val="241B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00016" y="5212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listFiles();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65592" y="38862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EDE4FB"/>
          </a:solidFill>
          <a:ln w="12700">
            <a:solidFill>
              <a:srgbClr val="D8C7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421624" y="4114800"/>
            <a:ext cx="30998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searches the file table by name using strcmp() before acting on a slot.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4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Creation Process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0634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createFile() finds the first free slot in the file table and registers the new file there.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907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2121408"/>
            <a:ext cx="777240" cy="201168"/>
          </a:xfrm>
          <a:prstGeom prst="rightArrow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1800" y="160020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160020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907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121408"/>
            <a:ext cx="777240" cy="201168"/>
          </a:xfrm>
          <a:prstGeom prst="rightArrow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160020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160020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907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Slot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2121408"/>
            <a:ext cx="777240" cy="201168"/>
          </a:xfrm>
          <a:prstGeom prst="rightArrow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160020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2360" y="160020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907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Name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78240" y="2121408"/>
            <a:ext cx="777240" cy="201168"/>
          </a:xfrm>
          <a:prstGeom prst="rightArrow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160020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0" y="160020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2907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Created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401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374904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F6EFFE"/>
          </a:solidFill>
          <a:ln w="12700">
            <a:solidFill>
              <a:srgbClr val="EDE4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913632"/>
            <a:ext cx="3383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enters a file name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is scanned for used == 0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is copied into the slot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 is marked used = 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34015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3767328"/>
            <a:ext cx="6903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createFile() is responsible for registering a new file.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scans the file table for the first slot with used == 0.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strcpy() copies the file name into that slot.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buffer is cleared so the file starts empty.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slot is free, miniFS reports that the file system is full.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4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Writing Mechanism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0634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text typed by the user reaches the data buffer of a file inside the file table.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91056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91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0020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37944"/>
            <a:ext cx="544068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fgets() captures the text to be stored from standard input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465222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465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7436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File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712110"/>
            <a:ext cx="544068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is searched with strcmp() until the name matches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339389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33938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348533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Data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586277"/>
            <a:ext cx="544068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strcpy() copies the text into fs[i].data of that slot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13555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421355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222699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Check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460443"/>
            <a:ext cx="544068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longer than MAX_SIZE is rejected to avoid overflow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087722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50877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09686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334610"/>
            <a:ext cx="544068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miniFS prints that the data was written successfully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1600200"/>
            <a:ext cx="4965192" cy="2148840"/>
          </a:xfrm>
          <a:prstGeom prst="roundRect">
            <a:avLst>
              <a:gd name="adj" fmla="val 2553"/>
            </a:avLst>
          </a:prstGeom>
          <a:solidFill>
            <a:srgbClr val="F6EFFE"/>
          </a:solidFill>
          <a:ln w="12700">
            <a:solidFill>
              <a:srgbClr val="EDE4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49440" y="1783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Table After Writing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14884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fs[0].name = "notes.txt"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fs[0].data = "Hello from miniFS"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fs[0].used = 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3931920"/>
            <a:ext cx="4965192" cy="1874520"/>
          </a:xfrm>
          <a:prstGeom prst="roundRect">
            <a:avLst>
              <a:gd name="adj" fmla="val 2927"/>
            </a:avLst>
          </a:prstGeom>
          <a:solidFill>
            <a:srgbClr val="EDE4FB"/>
          </a:solidFill>
          <a:ln w="12700">
            <a:solidFill>
              <a:srgbClr val="D8C7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4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44348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never touches the file name or the used flag — only the data buffer changes, so the same file can be rewritten any number of times.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4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Operation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0634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readFile() searches the file table for the given name and prints the stored contents to the screen.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66344" y="29718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764792" y="196596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64792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36776" y="29718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35224" y="196596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35224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807208" y="29718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05656" y="196596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05656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9718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76088" y="196596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76088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148072" y="29718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429000"/>
            <a:ext cx="5760720" cy="2377440"/>
          </a:xfrm>
          <a:prstGeom prst="roundRect">
            <a:avLst>
              <a:gd name="adj" fmla="val 2308"/>
            </a:avLst>
          </a:prstGeom>
          <a:solidFill>
            <a:srgbClr val="F6EFFE"/>
          </a:solidFill>
          <a:ln w="12700">
            <a:solidFill>
              <a:srgbClr val="EDE4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611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4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Behaviour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950208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file name entered by the user.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table only for slots where used == 1.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each stored name using strcmp().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data buffer of the matching file.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"File not found" if no slot matches.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15544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readFile() — Code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20840" y="1901952"/>
            <a:ext cx="4965192" cy="2395728"/>
          </a:xfrm>
          <a:prstGeom prst="roundRect">
            <a:avLst>
              <a:gd name="adj" fmla="val 3053"/>
            </a:avLst>
          </a:prstGeom>
          <a:solidFill>
            <a:srgbClr val="241B3A"/>
          </a:solidFill>
          <a:ln w="12700">
            <a:solidFill>
              <a:srgbClr val="241B3A"/>
            </a:solidFill>
            <a:prstDash val="solid"/>
          </a:ln>
          <a:effectLst>
            <a:outerShdw blurRad="127000" dist="25400" dir="5400000" algn="bl" rotWithShape="0">
              <a:srgbClr val="7C3AED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885432" y="2029968"/>
            <a:ext cx="463600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readFile(char *name)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MAX_FILES; i++)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(fs[i].used &amp;&amp;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strcmp(fs[i].name, name) == 0)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printf("Contents of %s: %s\n",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name, fs[i].data);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printf("File not found: %s\n", name);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20840" y="4480560"/>
            <a:ext cx="4965192" cy="1325880"/>
          </a:xfrm>
          <a:prstGeom prst="roundRect">
            <a:avLst>
              <a:gd name="adj" fmla="val 4138"/>
            </a:avLst>
          </a:prstGeom>
          <a:solidFill>
            <a:srgbClr val="EDE4FB"/>
          </a:solidFill>
          <a:ln w="12700">
            <a:solidFill>
              <a:srgbClr val="D8C7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46177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4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loop matters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4937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miniFS has no directory index, so every read walks the file table from the first slot to the last. With MAX_FILES set to 10 the search is instant, but a real file system replaces this loop with an index for speed.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4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Reading Mechanism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0634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miniFS retrieves the stored contents of a file and displays them to the user.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Lookup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supplies the file name to be read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5943600" cy="0"/>
          </a:xfrm>
          <a:prstGeom prst="line">
            <a:avLst/>
          </a:prstGeom>
          <a:noFill/>
          <a:ln w="12700">
            <a:solidFill>
              <a:srgbClr val="E3D6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880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Scan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546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slots are compared using strcmp()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5943600" cy="0"/>
          </a:xfrm>
          <a:prstGeom prst="line">
            <a:avLst/>
          </a:prstGeom>
          <a:noFill/>
          <a:ln w="12700">
            <a:solidFill>
              <a:srgbClr val="E3D6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840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Access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148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fs[i].data of the matching slot is fetched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572000"/>
            <a:ext cx="5943600" cy="0"/>
          </a:xfrm>
          <a:prstGeom prst="line">
            <a:avLst/>
          </a:prstGeom>
          <a:noFill/>
          <a:ln w="12700">
            <a:solidFill>
              <a:srgbClr val="E3D6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 — Display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074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contents are printed to standard output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5532120"/>
            <a:ext cx="5943600" cy="0"/>
          </a:xfrm>
          <a:prstGeom prst="line">
            <a:avLst/>
          </a:prstGeom>
          <a:noFill/>
          <a:ln w="12700">
            <a:solidFill>
              <a:srgbClr val="E3D6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920240"/>
            <a:ext cx="4873752" cy="2103120"/>
          </a:xfrm>
          <a:prstGeom prst="roundRect">
            <a:avLst>
              <a:gd name="adj" fmla="val 2609"/>
            </a:avLst>
          </a:prstGeom>
          <a:solidFill>
            <a:srgbClr val="241B3A"/>
          </a:solidFill>
          <a:ln w="12700">
            <a:solidFill>
              <a:srgbClr val="241B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210312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 file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notes.txt → "Hello from miniFS"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notes.txt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 of notes.txt: Hello from miniFS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4206240"/>
            <a:ext cx="4873752" cy="1600200"/>
          </a:xfrm>
          <a:prstGeom prst="roundRect">
            <a:avLst>
              <a:gd name="adj" fmla="val 3429"/>
            </a:avLst>
          </a:prstGeom>
          <a:solidFill>
            <a:srgbClr val="EDE4FB"/>
          </a:solidFill>
          <a:ln w="12700">
            <a:solidFill>
              <a:srgbClr val="D8C7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44805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is non-destructive — the data stays in the file table, so the same file can be read as many times as needed.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4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0634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miniFS operations were executed successfully during testing.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table was initialised with 10 free slots.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was created successfully using createFile().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written into the file using writeFile().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stored contents were retrieved using readFile().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listFiles() displayed the file along with its size.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deleteFile() released the slot for reuse.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92240" y="1691640"/>
            <a:ext cx="5193792" cy="4023360"/>
          </a:xfrm>
          <a:prstGeom prst="roundRect">
            <a:avLst>
              <a:gd name="adj" fmla="val 1364"/>
            </a:avLst>
          </a:prstGeom>
          <a:solidFill>
            <a:srgbClr val="241B3A"/>
          </a:solidFill>
          <a:ln w="12700">
            <a:solidFill>
              <a:srgbClr val="241B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0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D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28600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./minifs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miniFS initialized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created: notes.txt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written to notes.txt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 of notes.txt: Hello from miniFS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in miniFS: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notes.txt (17 bytes)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deleted: notes.txt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1A54"/>
          </a:solidFill>
          <a:ln w="12700">
            <a:solidFill>
              <a:srgbClr val="2E1A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39496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539496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C026D3">
              <a:alpha val="6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539496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5B21B6">
              <a:alpha val="6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00600" y="539496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A855F7">
              <a:alpha val="5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539496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7C3AED">
              <a:alpha val="5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539496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C026D3">
              <a:alpha val="5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0" y="539496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5B21B6">
              <a:alpha val="4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69880" y="539496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A855F7">
              <a:alpha val="4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0" y="23317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A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D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miniFS — A Mini File System Simulator in C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1310</Words>
  <Application>Microsoft Office PowerPoint</Application>
  <PresentationFormat>Widescreen</PresentationFormat>
  <Paragraphs>232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NALAPURAM AKSHARA SAI .</cp:lastModifiedBy>
  <cp:revision>3</cp:revision>
  <dcterms:created xsi:type="dcterms:W3CDTF">2026-09-17T08:48:30Z</dcterms:created>
  <dcterms:modified xsi:type="dcterms:W3CDTF">2026-09-23T03:35:13Z</dcterms:modified>
</cp:coreProperties>
</file>